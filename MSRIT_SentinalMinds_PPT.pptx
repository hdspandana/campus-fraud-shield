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770651" y="1479835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351459" y="1421447"/>
            <a:ext cx="84752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MS RAMAIAH INSTITUTE OF TECHNOLOGY </a:t>
            </a:r>
          </a:p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</a:t>
            </a:r>
            <a:r>
              <a:rPr lang="en-US" sz="32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Sentinal</a:t>
            </a:r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minds&gt; </a:t>
            </a:r>
          </a:p>
          <a:p>
            <a:pPr algn="ctr"/>
            <a:endParaRPr lang="en-US" sz="32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“Because one wrong click can cost a semester’s savings.”</a:t>
            </a:r>
          </a:p>
          <a:p>
            <a:pPr algn="ctr"/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                H D Spandana,1MS24CY022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          Aksha K V ,1MS25CY402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           Padma Ladol,1MS24CS118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94671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YOUR PHONE. THEIR TARGET.</a:t>
            </a:r>
          </a:p>
          <a:p>
            <a:endParaRPr lang="en-IN" dirty="0"/>
          </a:p>
          <a:p>
            <a:r>
              <a:rPr lang="en-IN" dirty="0"/>
              <a:t>Indian students receive scams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“Pay ₹999 to confirm your </a:t>
            </a:r>
            <a:r>
              <a:rPr lang="en-IN" dirty="0" err="1"/>
              <a:t>Internshala</a:t>
            </a:r>
            <a:r>
              <a:rPr lang="en-IN" dirty="0"/>
              <a:t> internship”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“You won ₹25 lakh in KBC! Share your OTP”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“NSP scholarship approved — pay ₹500 fee”</a:t>
            </a:r>
          </a:p>
          <a:p>
            <a:endParaRPr lang="en-IN" dirty="0"/>
          </a:p>
          <a:p>
            <a:r>
              <a:rPr lang="en-IN" dirty="0"/>
              <a:t>THE REALITY</a:t>
            </a:r>
          </a:p>
          <a:p>
            <a:r>
              <a:rPr lang="en-IN" dirty="0"/>
              <a:t> 77% of cyber fraud victims in India are aged 18–35</a:t>
            </a:r>
          </a:p>
          <a:p>
            <a:r>
              <a:rPr lang="en-IN" dirty="0"/>
              <a:t>Average student loss: ₹3,200–₹8,000</a:t>
            </a:r>
          </a:p>
          <a:p>
            <a:endParaRPr lang="en-IN" dirty="0"/>
          </a:p>
          <a:p>
            <a:r>
              <a:rPr lang="en-IN" dirty="0"/>
              <a:t>THE PROBLEM</a:t>
            </a:r>
          </a:p>
          <a:p>
            <a:r>
              <a:rPr lang="en-IN" dirty="0"/>
              <a:t> Generic spam filters don’t understand Indian student scams.</a:t>
            </a:r>
          </a:p>
          <a:p>
            <a:r>
              <a:rPr lang="en-IN" dirty="0"/>
              <a:t>They miss fake internship, scholarship, and UPI frauds.</a:t>
            </a:r>
          </a:p>
          <a:p>
            <a:r>
              <a:rPr lang="en-IN" dirty="0"/>
              <a:t>🛡️ Campus Fraud Shield changes that..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41650" y="65202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56C8D-CC3D-5DBD-C809-4BF13828C820}"/>
              </a:ext>
            </a:extLst>
          </p:cNvPr>
          <p:cNvSpPr txBox="1"/>
          <p:nvPr/>
        </p:nvSpPr>
        <p:spPr>
          <a:xfrm>
            <a:off x="357674" y="1461472"/>
            <a:ext cx="78028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🛡️ CAMPUS FRAUD SHIELD</a:t>
            </a:r>
          </a:p>
          <a:p>
            <a:r>
              <a:rPr lang="en-IN" dirty="0"/>
              <a:t>"Not a spam filter. A student's second opinion."</a:t>
            </a:r>
          </a:p>
          <a:p>
            <a:endParaRPr lang="en-IN" dirty="0"/>
          </a:p>
          <a:p>
            <a:r>
              <a:rPr lang="en-IN" dirty="0"/>
              <a:t>CURRENT SOLUTIONS &amp; GAPS</a:t>
            </a:r>
          </a:p>
          <a:p>
            <a:r>
              <a:rPr lang="en-IN" dirty="0"/>
              <a:t>Gmail Spam     → Email only, misses WhatsApp</a:t>
            </a:r>
          </a:p>
          <a:p>
            <a:r>
              <a:rPr lang="en-IN" dirty="0" err="1"/>
              <a:t>Truecaller</a:t>
            </a:r>
            <a:r>
              <a:rPr lang="en-IN" dirty="0"/>
              <a:t>        → Flags numbers, can't read messages</a:t>
            </a:r>
          </a:p>
          <a:p>
            <a:r>
              <a:rPr lang="en-IN" dirty="0"/>
              <a:t>Bank Alerts      → Triggers AFTER money is gone</a:t>
            </a:r>
          </a:p>
          <a:p>
            <a:endParaRPr lang="en-IN" dirty="0"/>
          </a:p>
          <a:p>
            <a:r>
              <a:rPr lang="en-IN" dirty="0"/>
              <a:t>All fail because: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Don't know Indian platforms (</a:t>
            </a:r>
            <a:r>
              <a:rPr lang="en-IN" dirty="0" err="1"/>
              <a:t>Internshala</a:t>
            </a:r>
            <a:r>
              <a:rPr lang="en-IN" dirty="0"/>
              <a:t>, NSP, KBC)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Don't explain WHY or say WHAT to do next</a:t>
            </a:r>
          </a:p>
          <a:p>
            <a:endParaRPr lang="en-IN" dirty="0"/>
          </a:p>
          <a:p>
            <a:r>
              <a:rPr lang="en-IN" dirty="0"/>
              <a:t>OUR FIX</a:t>
            </a:r>
          </a:p>
          <a:p>
            <a:r>
              <a:rPr lang="en-IN" dirty="0"/>
              <a:t>Paste message → SCAM / SUSPICIOUS / SAFE</a:t>
            </a:r>
          </a:p>
          <a:p>
            <a:r>
              <a:rPr lang="en-IN" dirty="0"/>
              <a:t>             + WHY flagged</a:t>
            </a:r>
          </a:p>
          <a:p>
            <a:r>
              <a:rPr lang="en-IN" dirty="0"/>
              <a:t>             + WHAT to do next</a:t>
            </a:r>
          </a:p>
          <a:p>
            <a:r>
              <a:rPr lang="en-IN" dirty="0"/>
              <a:t>             + Complaint text ready to copy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68694" y="69494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5246" y="1548384"/>
            <a:ext cx="107641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🛡️ WHAT WE BUILT</a:t>
            </a:r>
          </a:p>
          <a:p>
            <a:endParaRPr lang="en-IN" dirty="0"/>
          </a:p>
          <a:p>
            <a:r>
              <a:rPr lang="en-IN" dirty="0"/>
              <a:t>CORE IDEA</a:t>
            </a:r>
          </a:p>
          <a:p>
            <a:r>
              <a:rPr lang="en-IN" dirty="0"/>
              <a:t>An AI-powered scam detection tool built specifically for Indian college students.</a:t>
            </a:r>
          </a:p>
          <a:p>
            <a:endParaRPr lang="en-IN" dirty="0"/>
          </a:p>
          <a:p>
            <a:r>
              <a:rPr lang="en-IN" dirty="0"/>
              <a:t>Paste any suspicious message →get an instant verdict with reasoning and action steps — before money is lost.</a:t>
            </a:r>
          </a:p>
          <a:p>
            <a:endParaRPr lang="en-IN" dirty="0"/>
          </a:p>
          <a:p>
            <a:r>
              <a:rPr lang="en-IN" dirty="0"/>
              <a:t>💡 KEY FEATURES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4-Engine Detection    → Rules + Domain + AI +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🇮🇳 India Knowledge    → </a:t>
            </a:r>
            <a:r>
              <a:rPr lang="en-IN" dirty="0" err="1"/>
              <a:t>Internshala</a:t>
            </a:r>
            <a:r>
              <a:rPr lang="en-IN" dirty="0"/>
              <a:t>, NSP, KBC, SBI baked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Uncertainty      → Won't guess when unsure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Override Logic        → OTP request = SCAM, always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Action Ready         → Complaint text auto-generated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Zero Friction         → No login · No install · Free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63420" y="619277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702870" y="1371600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286138" y="1379411"/>
            <a:ext cx="127145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 WALKTHROUGH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STEP 1 — PASTE</a:t>
            </a:r>
          </a:p>
          <a:p>
            <a:r>
              <a:rPr lang="en-IN" dirty="0"/>
              <a:t>Copy any suspicious WhatsApp / SMS / email and paste it into the text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STEP 2 — SCAN</a:t>
            </a:r>
          </a:p>
          <a:p>
            <a:r>
              <a:rPr lang="en-IN" dirty="0"/>
              <a:t>Hit "Check Message" — all 4 engines run simultaneously in under 3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STEP 3 — VERDICT</a:t>
            </a:r>
          </a:p>
          <a:p>
            <a:r>
              <a:rPr lang="en-IN" dirty="0"/>
              <a:t>Get instant result →  SCAM /  SUSPICIOUS /  SAFE + confidence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STEP 4 — UNDERSTAND</a:t>
            </a:r>
          </a:p>
          <a:p>
            <a:r>
              <a:rPr lang="en-IN" dirty="0"/>
              <a:t>Plain English reason — "</a:t>
            </a:r>
            <a:r>
              <a:rPr lang="en-IN" dirty="0" err="1"/>
              <a:t>Internshala</a:t>
            </a:r>
            <a:r>
              <a:rPr lang="en-IN" dirty="0"/>
              <a:t> never charges a registration fee to apply"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STEP 5 — ACT</a:t>
            </a:r>
          </a:p>
          <a:p>
            <a:r>
              <a:rPr lang="en-IN" dirty="0"/>
              <a:t>Step-by-step actions + who to call (1930) + complaint text pre-written to copy</a:t>
            </a:r>
          </a:p>
          <a:p>
            <a:endParaRPr lang="en-IN" dirty="0"/>
          </a:p>
          <a:p>
            <a:r>
              <a:rPr lang="en-IN" dirty="0"/>
              <a:t>KEY MOMENTS</a:t>
            </a:r>
          </a:p>
          <a:p>
            <a:r>
              <a:rPr lang="en-IN" dirty="0"/>
              <a:t> OTP request detected          → Instantly forced to SCAM, no math needed</a:t>
            </a:r>
          </a:p>
          <a:p>
            <a:r>
              <a:rPr lang="en-IN" dirty="0"/>
              <a:t> Fee demand + UPI number found → Score pushed to high-risk zone automatically</a:t>
            </a:r>
          </a:p>
          <a:p>
            <a:r>
              <a:rPr lang="en-IN" dirty="0"/>
              <a:t>Confidence score 40–65%       → Shows “. Uncertain — please verify manually"</a:t>
            </a:r>
          </a:p>
          <a:p>
            <a:r>
              <a:rPr lang="en-IN" dirty="0"/>
              <a:t> Toggle button          → Switch between student view and technical view</a:t>
            </a:r>
          </a:p>
          <a:p>
            <a:r>
              <a:rPr lang="en-IN" dirty="0"/>
              <a:t>🌐 campus-fraud-</a:t>
            </a:r>
            <a:r>
              <a:rPr lang="en-IN" dirty="0" err="1"/>
              <a:t>shield.streamlit.app</a:t>
            </a:r>
            <a:r>
              <a:rPr lang="en-IN" dirty="0"/>
              <a:t> — No login · No install · Just paste &amp; scan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00933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73018" y="1494474"/>
            <a:ext cx="111093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 STACK</a:t>
            </a:r>
          </a:p>
          <a:p>
            <a:endParaRPr lang="en-IN" dirty="0"/>
          </a:p>
          <a:p>
            <a:r>
              <a:rPr lang="en-IN" dirty="0"/>
              <a:t>UI                   </a:t>
            </a:r>
            <a:r>
              <a:rPr lang="en-IN" dirty="0" err="1"/>
              <a:t>Streamlit</a:t>
            </a:r>
            <a:r>
              <a:rPr lang="en-IN" dirty="0"/>
              <a:t> 1.45           Browser app, zero install</a:t>
            </a:r>
          </a:p>
          <a:p>
            <a:r>
              <a:rPr lang="en-IN" dirty="0"/>
              <a:t>AI Model       all-MiniLM-L6-v2      Sentence embeddings (384-dim)</a:t>
            </a:r>
          </a:p>
          <a:p>
            <a:r>
              <a:rPr lang="en-IN" dirty="0"/>
              <a:t>Classifier       Logistic Regression   Trained on 120+ scam messages</a:t>
            </a:r>
          </a:p>
          <a:p>
            <a:r>
              <a:rPr lang="en-IN" dirty="0"/>
              <a:t>Vector DB     FAISS (CPU)               Matches against 300+ scam reports</a:t>
            </a:r>
          </a:p>
          <a:p>
            <a:r>
              <a:rPr lang="en-IN" dirty="0"/>
              <a:t>URL Check    </a:t>
            </a:r>
            <a:r>
              <a:rPr lang="en-IN" dirty="0" err="1"/>
              <a:t>tldextract</a:t>
            </a:r>
            <a:r>
              <a:rPr lang="en-IN" dirty="0"/>
              <a:t>                  Detects fake domains &amp; spoofing</a:t>
            </a:r>
          </a:p>
          <a:p>
            <a:r>
              <a:rPr lang="en-IN" dirty="0"/>
              <a:t>Storage          SQLite                        Local DB, no external dependency</a:t>
            </a:r>
          </a:p>
          <a:p>
            <a:r>
              <a:rPr lang="en-IN" dirty="0"/>
              <a:t>Deploy           </a:t>
            </a:r>
            <a:r>
              <a:rPr lang="en-IN" dirty="0" err="1"/>
              <a:t>Streamlit</a:t>
            </a:r>
            <a:r>
              <a:rPr lang="en-IN" dirty="0"/>
              <a:t> Cloud       Free, one-click deployment</a:t>
            </a:r>
          </a:p>
          <a:p>
            <a:endParaRPr lang="en-IN" dirty="0"/>
          </a:p>
          <a:p>
            <a:r>
              <a:rPr lang="en-IN" dirty="0"/>
              <a:t>SYSTEM FLOW</a:t>
            </a:r>
          </a:p>
          <a:p>
            <a:r>
              <a:rPr lang="en-IN" dirty="0"/>
              <a:t>──────────────────────────────────────────────────────</a:t>
            </a:r>
          </a:p>
          <a:p>
            <a:r>
              <a:rPr lang="en-IN" dirty="0"/>
              <a:t>User pastes message</a:t>
            </a:r>
          </a:p>
          <a:p>
            <a:r>
              <a:rPr lang="en-IN" dirty="0"/>
              <a:t>    → Rules Engine + Domain Checker + Semantic AI + FAISS</a:t>
            </a:r>
          </a:p>
          <a:p>
            <a:r>
              <a:rPr lang="en-IN" dirty="0"/>
              <a:t>    → Weighted Score (0.35 + 0.30 + 0.20 + 0.15)</a:t>
            </a:r>
          </a:p>
          <a:p>
            <a:r>
              <a:rPr lang="en-IN" dirty="0"/>
              <a:t>    → Verdict + Explanation + Action Steps</a:t>
            </a:r>
          </a:p>
          <a:p>
            <a:r>
              <a:rPr lang="en-IN" dirty="0"/>
              <a:t>──────────────────────────────────────────────────────</a:t>
            </a:r>
          </a:p>
          <a:p>
            <a:r>
              <a:rPr lang="en-IN" dirty="0"/>
              <a:t>Cost: Rs.0   |   Response: &lt;3s   |   Accuracy: ~94%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421363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28301" y="1717704"/>
            <a:ext cx="106477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REAL-LIFE SCENARIOS</a:t>
            </a:r>
          </a:p>
          <a:p>
            <a:r>
              <a:rPr lang="en-IN" dirty="0"/>
              <a:t>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dirty="0"/>
              <a:t>1. FAKE INTERNSHIP    Riya gets "Pay ₹999 to confirm </a:t>
            </a:r>
            <a:r>
              <a:rPr lang="en-IN" dirty="0" err="1"/>
              <a:t>Internshala</a:t>
            </a:r>
            <a:r>
              <a:rPr lang="en-IN" dirty="0"/>
              <a:t> slot"            → SCAM flagged → Saved ₹999</a:t>
            </a:r>
          </a:p>
          <a:p>
            <a:r>
              <a:rPr lang="en-IN" dirty="0"/>
              <a:t>2. OTP THEFT          Arjun gets "Share OTP to unblock your SBI account"          → Instant override → Saved bank account</a:t>
            </a:r>
          </a:p>
          <a:p>
            <a:r>
              <a:rPr lang="en-IN" dirty="0"/>
              <a:t>3. FAKE SCHOLARSHIP   Priya gets "NSP approved ₹50,000 — pay ₹500 fee"           → SCAM flagged → Saved ₹500</a:t>
            </a:r>
          </a:p>
          <a:p>
            <a:r>
              <a:rPr lang="en-IN" dirty="0"/>
              <a:t>4. PART-TIME SCAM     Rahul gets "Earn ₹500/hr liking videos — pay ₹999 to join" → SCAM detected → Saved ₹999</a:t>
            </a:r>
          </a:p>
          <a:p>
            <a:endParaRPr lang="en-IN" dirty="0"/>
          </a:p>
          <a:p>
            <a:r>
              <a:rPr lang="en-IN" dirty="0"/>
              <a:t>SCALE POTENTIAL</a:t>
            </a:r>
          </a:p>
          <a:p>
            <a:endParaRPr lang="en-IN" dirty="0"/>
          </a:p>
          <a:p>
            <a:r>
              <a:rPr lang="en-IN" dirty="0"/>
              <a:t>1 college → 5,000 protected     |     10 colleges → 50,000 protected     |     100 colleges → 500,000 protected</a:t>
            </a:r>
          </a:p>
          <a:p>
            <a:r>
              <a:rPr lang="en-IN" dirty="0"/>
              <a:t>Cost at any scale = Rs.0   |   No infrastructure needed   |   Serverless deployment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3196D-2878-F1F6-57F1-F08DF941677F}"/>
              </a:ext>
            </a:extLst>
          </p:cNvPr>
          <p:cNvSpPr txBox="1"/>
          <p:nvPr/>
        </p:nvSpPr>
        <p:spPr>
          <a:xfrm>
            <a:off x="541175" y="1395928"/>
            <a:ext cx="848180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WHY CAMPUS FRAUD SHIELD STANDS OUT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MOAT 1 — INDIA-SPECIFIC CAMPUS KNOWLEDGE LAYER</a:t>
            </a:r>
          </a:p>
          <a:p>
            <a:r>
              <a:rPr lang="en-IN" dirty="0"/>
              <a:t>No generic AI knows that </a:t>
            </a:r>
            <a:r>
              <a:rPr lang="en-IN" dirty="0" err="1"/>
              <a:t>Internshala</a:t>
            </a:r>
            <a:r>
              <a:rPr lang="en-IN" dirty="0"/>
              <a:t> never charges fees, NSP caps at ₹25,000,</a:t>
            </a:r>
          </a:p>
          <a:p>
            <a:r>
              <a:rPr lang="en-IN" dirty="0"/>
              <a:t>or that KBC never contacts winners on WhatsApp. We hardcoded 25+ verified</a:t>
            </a:r>
          </a:p>
          <a:p>
            <a:r>
              <a:rPr lang="en-IN" dirty="0"/>
              <a:t>Indian institutions — this knowledge cannot be replicated by a simple prompt</a:t>
            </a:r>
          </a:p>
          <a:p>
            <a:r>
              <a:rPr lang="en-IN" dirty="0"/>
              <a:t>or a global spam filter. It takes research, curation, and domain expertise.</a:t>
            </a:r>
          </a:p>
          <a:p>
            <a:r>
              <a:rPr lang="en-IN" dirty="0"/>
              <a:t>Generic AI sees → "Pay fee to confirm internship" → Maybe spam</a:t>
            </a:r>
          </a:p>
          <a:p>
            <a:r>
              <a:rPr lang="en-IN" dirty="0"/>
              <a:t>We see          → "Pay fee on </a:t>
            </a:r>
            <a:r>
              <a:rPr lang="en-IN" dirty="0" err="1"/>
              <a:t>Internshala</a:t>
            </a:r>
            <a:r>
              <a:rPr lang="en-IN" dirty="0"/>
              <a:t>"        → SCAM. Always.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MOAT 2 — COMMUNITY-POWERED FAISS DATABASE THAT GROWS OVER TIME</a:t>
            </a:r>
          </a:p>
          <a:p>
            <a:r>
              <a:rPr lang="en-IN" dirty="0"/>
              <a:t>Every scam reported by a student gets added to our FAISS vector database.</a:t>
            </a:r>
          </a:p>
          <a:p>
            <a:r>
              <a:rPr lang="en-IN" dirty="0"/>
              <a:t>The more students use it, the smarter it gets. Competitors start from zero.</a:t>
            </a:r>
          </a:p>
          <a:p>
            <a:r>
              <a:rPr lang="en-IN" dirty="0"/>
              <a:t>We start from every scam already reported — and compound over time.</a:t>
            </a:r>
          </a:p>
          <a:p>
            <a:r>
              <a:rPr lang="en-IN" dirty="0"/>
              <a:t>Day 1   →  300+ scam patterns</a:t>
            </a:r>
          </a:p>
          <a:p>
            <a:r>
              <a:rPr lang="en-IN" dirty="0"/>
              <a:t>6 months →  thousands of real crowdsourced reports</a:t>
            </a:r>
          </a:p>
          <a:p>
            <a:r>
              <a:rPr lang="en-IN" dirty="0"/>
              <a:t>1 year   →  the largest India-specific student scam database</a:t>
            </a:r>
          </a:p>
          <a:p>
            <a:r>
              <a:rPr lang="en-IN" dirty="0"/>
              <a:t>RESULT — A generic AI can be built in a weekend. Our moat cannot be copied overnight.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8CCF2-C7B2-C3AF-A2EC-740A379AD0A1}"/>
              </a:ext>
            </a:extLst>
          </p:cNvPr>
          <p:cNvSpPr txBox="1"/>
          <p:nvPr/>
        </p:nvSpPr>
        <p:spPr>
          <a:xfrm>
            <a:off x="424855" y="1433769"/>
            <a:ext cx="91719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LINKS &amp; RESOURCES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LIVE DEMO        </a:t>
            </a:r>
            <a:r>
              <a:rPr lang="en-IN"/>
              <a:t>→   https://drive.google.com/file/d/19x2GqE1q-aWZnfMUU94ibMMpgEZEzHUY/view?usp=drivesdk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GITHUB REPO      →github.com/</a:t>
            </a:r>
            <a:r>
              <a:rPr lang="en-IN" dirty="0" err="1"/>
              <a:t>hdspandana</a:t>
            </a:r>
            <a:r>
              <a:rPr lang="en-IN" dirty="0"/>
              <a:t>/Campus-Fraud-</a:t>
            </a:r>
            <a:r>
              <a:rPr lang="en-IN" dirty="0" err="1"/>
              <a:t>Shield.git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DOCUMENT         →   https://campus-fraud-shield-indozz3ascav9w7pyysyvc.streamlit.app/</a:t>
            </a:r>
          </a:p>
          <a:p>
            <a:endParaRPr lang="en-IN" dirty="0"/>
          </a:p>
          <a:p>
            <a:r>
              <a:rPr lang="en-IN" dirty="0"/>
              <a:t>WHAT TO DO</a:t>
            </a:r>
          </a:p>
          <a:p>
            <a:r>
              <a:rPr lang="en-IN" dirty="0"/>
              <a:t>LIVE DEMO       Open the link → Paste any suspicious message → See it in action</a:t>
            </a:r>
          </a:p>
          <a:p>
            <a:r>
              <a:rPr lang="en-IN" dirty="0"/>
              <a:t>GITHUB EPO     See full source code, project structure, dataset and model files</a:t>
            </a:r>
          </a:p>
          <a:p>
            <a:r>
              <a:rPr lang="en-IN" dirty="0"/>
              <a:t>DOCUMENT        Read detailed architecture, methodology and future roadmap</a:t>
            </a:r>
          </a:p>
          <a:p>
            <a:endParaRPr lang="en-IN" dirty="0"/>
          </a:p>
          <a:p>
            <a:r>
              <a:rPr lang="en-IN" dirty="0"/>
              <a:t>📞  Cyber Crime Helpline  →  1930 (24x7)     |     🌐  cybercrime.gov.in</a:t>
            </a:r>
          </a:p>
          <a:p>
            <a:r>
              <a:rPr lang="en-IN" dirty="0"/>
              <a:t>           One scan. One less victim.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4675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46081" y="290349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YOU.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1106</Words>
  <Application>Microsoft Office PowerPoint</Application>
  <PresentationFormat>Widescreen</PresentationFormat>
  <Paragraphs>165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spandana h d</cp:lastModifiedBy>
  <cp:revision>6</cp:revision>
  <dcterms:created xsi:type="dcterms:W3CDTF">2026-04-27T09:11:02Z</dcterms:created>
  <dcterms:modified xsi:type="dcterms:W3CDTF">2026-05-08T18:38:25Z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